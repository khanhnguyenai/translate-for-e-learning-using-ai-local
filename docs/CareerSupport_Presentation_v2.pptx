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99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本日はお時間をいただきありがとうございます。
私が個人で開発した『CareerSupport』というリアルタイム音声認識・翻訳アプリについて、5〜10分ほどでご紹介します。
全体の流れは、概要 → アーキテクチャ → 技術的な課題と解決 → 成果と学び、の順です。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まず、開発の背景です。外国語の講義や会議を、リアルタイムで理解したいというニーズがあります。
特にE-learningでは、字幕を追うだけで精一杯になりがちですが、リアルタイムの文字起こしと翻訳があれば、内容理解に集中でき、学習効率が大きく上がります。
一方で、社内会議や学習内容は機密性が高く、音声をクラウドに送れない場面が多くあります。既存のクラウド型ツールは、API依存のため遅延やコストも課題でした。
そこで私は、完全にローカルで動作し、プライバシーを守りながら、必要な時だけクラウドAIも使える柔軟なアプリを目指しました。
さらに、文字起こしの保存やAIによる要約で復習にも役立ち、E-learningをより効果的にします。
なお、この開発は個人で行い、要件定義から設計、実装、デバッグまで、すべての工程を一人で担当しています。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技術選定の理由です。
STTはWhisperで多言語対応しつつ、日本語特化のReazonSpeech（CPU動作）も切替可能にし、GPUのVRAMをAIモデルに回せるようにしました。
AIはQwenをローカルGPUで動かしつつ、品質が必要な場面ではGemini APIに切り替えられます。
UIは当初tkinterでしたが、見た目と拡張性のためPySide6に移行しました。
音声はWASAPI Loopbackでシステム音声を直接取得します。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アーキテクチャです。
音声取得→音声認識→翻訳→UI/TTS、そして任意でAIチャット、という流れです。
各モジュールは独立したスレッドで動作し、Queue(FIFO)で通信します。これにより認識の遅延がUIや翻訳に影響しません。
モジュラー設計なので、STTエンジンの差し替え（Whisper↔ReazonSpeech）も容易です。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最も注力した機能、ローカルファーストAIです。
翻訳とAIチャットの両方をローカルのQwen 3で動かすのが基本です。完全オフライン・無料・プライバシー保護が利点です。
一方で、より高品質な要約や対話が必要な時は、ポップアップのチャットからワンクリックでGemini 2.5 Flashに切り替えられます。
ポイントは、両エンジンを同一インターフェースで抽象化したことと、APIキーをconfig.jsonに分離してコードにハードコードしない設計です。
（ここで実際にアプリのAIチャットをデモし、ローカル↔クラウドの切替を見せます。）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設計判断の理由を3点。
1) ローカル優先：機密性の高い音声をクラウドに送らず、プライバシーとコストの両面で有利。
2) スレッド＋Queue：重いML推論をUIから切り離し、UIが固まらないようにするため。
3) PySide6への移行：見た目と拡張性のため。バックエンドはそのままUI層だけ差し替えました。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技術的な課題と、どう解決したかです。一番説明したい部分です。
1) TTSフィードバック：システム音声を録るため、TTSの再生音まで録ってしまい、自分の声を繰り返し認識する問題が起きました。最初は再生中STTを止めていましたが録り逃しが出るため、『言語フィルタ＋録音継続フラグ＋直近TTSテキストの重複除去』の3層で、止めずに録り続けつつ自分の声だけ除外する方式にしました。
2) VRAM：2モデル同時ロードでメモリ不足になるため、順次ロードとCPU動作のReazonSpeechでVRAMを節約。
3) 固定チャンクが文を途中で切る問題は、無音を検出して文末で区切るAuto VADで解決し、実際の発話長を測ってノイズを除外しました。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成果です。
一般的なGPUで数秒以内の遅延でリアルタイムに認識・翻訳でき、すべてローカルで完結するためプライバシーを確保できます。
日英中越緬の多言語、話者分離、TTS、文字起こし保存、AIチャットなど実用的な機能を備え、これらを個人で全工程実装しました。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この開発を通じて、音声DSPのエコー対策、GUIでのマルチスレッド設計、ローカルとクラウドのLLM統合、そしてUIフレームワークの移行といった幅広い技術を実践的に学びました。
今後はストリーミングSTTによる遅延短縮、大規模モデル対応、Silero VADでの精度向上、そしてWeb版への展開を考えています。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まとめです。
完全ローカルでプライバシーを守りつつ、必要な時だけクラウドAIを使う柔軟な設計。
マルチスレッドのパイプラインでリアルタイム処理を実現し、TTSフィードバックなどの課題を3層対策で解決しました。
要件定義から実装・デバッグまで個人で完遂しています。ご清聴ありがとうございました。ご質問をお待ちしております。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28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772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CareerSupport App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423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リアルタイム音声認識・翻訳アシスタント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＆ プライベート会議向け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2743200" y="3246120"/>
            <a:ext cx="3657600" cy="0"/>
          </a:xfrm>
          <a:prstGeom prst="line">
            <a:avLst/>
          </a:prstGeom>
          <a:noFill/>
          <a:ln w="1905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ポートフォリオ発表 — 個人開発プロジェクト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ポジション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課題・目的・役割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0" y="256032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256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概要と背景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外国語の講義・会議をリアルタイムに理解したい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機密性の高い内容をクラウドに送信できない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既存ツールはAPI依存で遅延・コストが大きい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0FFF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完全ローカルで動作 — データが外部に出ない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GPU活用でリアルタイム処理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必要時のみクラウドAIを併用できる柔軟性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役割：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個人開発（ソロ）— 要件定義・設計・実装・デバッグまで全工程を担当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技術スタックと選定理由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0" y="256032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256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概要と背景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0175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カテゴリ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選定理由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音声認識 (STT)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 medium / ReazonSpeech k2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多言語(GPU) / 日本語特化(CPU)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AI翻訳・チャット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3 1.7B ＋ Gemini 2.5 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ローカル優先、必要時クラウド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話者分離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pyannote.audio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最大5人の話者識別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音声合成 (TTS)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Neural Voices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PySide6 (Qt)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モダンUI・QSSテーマ・ドロワー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音声取得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WASAPI Loopback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システム音声を直接キャプチャ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ローカル優先（プライバシー・無料・オフライン）＋ クラウドは品質が要る時だけ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システム構成（アーキテクチャ）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0" y="256032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256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設計と解決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2B6CB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92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音声取得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92024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194560" y="13258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2C7A7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463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1892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音声認識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65760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3931920" y="13258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6B46C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463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1892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翻訳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39496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669280" y="13258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C0562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4630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1892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TTS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表示・読上げ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13232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6"/>
          <p:cNvSpPr/>
          <p:nvPr/>
        </p:nvSpPr>
        <p:spPr>
          <a:xfrm>
            <a:off x="7406640" y="13258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9B2C2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46304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1892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Gemini/Qwen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40080" y="28803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EBF4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01752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008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マルチスレッド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77724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各モジュールが独立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スレッドで並行処理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3474720" y="28803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EBF4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3017520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47472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Queue通信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361188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スレッド間をQueue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(FIFO)で安全に接続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309360" y="28803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EBF4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9480" y="3017520"/>
            <a:ext cx="457200" cy="4572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30936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モジュラー設計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644652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パッケージ分離で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拡張・差替が容易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注力機能：ローカルファースト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0" y="256032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256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設計と解決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0FFF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3898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325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19659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 1.7B（GPU）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翻訳＋チャットの両方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オフライン・無料・プライバシー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デフォルトエンジン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93192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ワンクリック切替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0" y="109728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EBF8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257800" y="1280160"/>
            <a:ext cx="548640" cy="54864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408176"/>
            <a:ext cx="365760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0" y="1325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257800" y="19659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Flash（API）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高品質な要約・対話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ストリーミング応答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必要な時だけ使用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8580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設計のポイント：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同一インターフェースで2エンジンを抽象化 → ポップアップでローカル/クラウドを即切替。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鍵はconfig.jsonに分離しコード非ハードコード（.gitignore管理）。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なぜこの設計にしたか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0" y="256032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256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設計と解決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なぜローカル優先？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音声・会議内容は機密性が高い。クラウド送信ゼロでプライバシーを保証し、APIコストも不要。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350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なぜスレッド＋Queue？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重い推論をUIスレッドから分離。認識・翻訳・TTSが互いをブロックせず、UIが常に応答する。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493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 tkinter → PySide6？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モダンな見た目・QSSテーマ・ドロワー等の高度UIが必要。バックエンドは無変更で差替。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技術的な課題と解決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0" y="256032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256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課題と解決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0789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TTSフィードバックループ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371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問題: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TTS再生音をWASAPIが再キャプチャ → 自分の声を無限に認識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6642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解決: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3層対策（言語フィルタ＋録音継続フラグ＋テキスト重複除去）で停止せず録音を継続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3774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VRAMメモリ管理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670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問題: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+ Qwen の同時ロードでGPUメモリ不足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9626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解決: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model_ready Eventで順次ロード、ReazonSpeech(CPU)選択でVRAM節約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3922776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6758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固定チャンクが文を分断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9684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問題: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一定秒で区切ると文の途中で切れ翻訳品質が低下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426110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解決: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VAD：無音検出で文末を判定、voiced計測でノイズを除外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0" y="256032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256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成果と学び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8760" y="123444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リアルタイム動作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一般的なGPUで数秒以内の遅延で認識・翻訳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1234440"/>
            <a:ext cx="457200" cy="457200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755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完全ローカル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クラウド送信なしでプライバシーを確保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78040" y="1234440"/>
            <a:ext cx="457200" cy="457200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755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日・英・中・越・緬の認識と相互翻訳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08760" y="3063240"/>
            <a:ext cx="457200" cy="457200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実用機能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話者分離・TTS・文字起こし保存・AIチャット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43400" y="3063240"/>
            <a:ext cx="457200" cy="457200"/>
          </a:xfrm>
          <a:prstGeom prst="ellipse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3584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Auto文区切り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発話の切れ目を検出し文単位で翻訳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78040" y="3063240"/>
            <a:ext cx="457200" cy="457200"/>
          </a:xfrm>
          <a:prstGeom prst="ellipse">
            <a:avLst/>
          </a:prstGeom>
          <a:solidFill>
            <a:srgbClr val="9B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3584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個人で全実装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設計〜デバッグまで全工程を一人で完遂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学び・今後の展望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0" y="256032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256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成果と学び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EBF4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技術的な学び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音声DSP（エコー/フィードバック対策）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GUIでのマルチスレッド設計（Queue＋Event）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ローカル/クラウドLLMの統合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UIフレームワーク移行（tkinter→PySide6）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7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今後の展望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ストリーミングSTTで遅延をさらに短縮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大規模モデル対応（Whisper large / Qwen 7B）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VADで文区切り精度を向上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Web版（React＋WebSocket）への展開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1188720"/>
            <a:ext cx="3657600" cy="0"/>
          </a:xfrm>
          <a:prstGeom prst="line">
            <a:avLst/>
          </a:prstGeom>
          <a:noFill/>
          <a:ln w="1905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8720" y="1554480"/>
            <a:ext cx="6766560" cy="502920"/>
          </a:xfrm>
          <a:prstGeom prst="roundRect">
            <a:avLst>
              <a:gd name="adj" fmla="val 10909"/>
            </a:avLst>
          </a:prstGeom>
          <a:solidFill>
            <a:srgbClr val="2C52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完全ローカル処理でプライバシーを保護（必要時のみクラウド）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88720" y="2194560"/>
            <a:ext cx="6766560" cy="502920"/>
          </a:xfrm>
          <a:prstGeom prst="roundRect">
            <a:avLst>
              <a:gd name="adj" fmla="val 10909"/>
            </a:avLst>
          </a:prstGeom>
          <a:solidFill>
            <a:srgbClr val="2C52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マルチスレッド・Queueパイプラインでリアルタイム処理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88720" y="2834640"/>
            <a:ext cx="6766560" cy="502920"/>
          </a:xfrm>
          <a:prstGeom prst="roundRect">
            <a:avLst>
              <a:gd name="adj" fmla="val 10909"/>
            </a:avLst>
          </a:prstGeom>
          <a:solidFill>
            <a:srgbClr val="2C52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問題発見 → 調査 → 3層対策などの解決プロセスを実践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88720" y="3474720"/>
            <a:ext cx="6766560" cy="502920"/>
          </a:xfrm>
          <a:prstGeom prst="roundRect">
            <a:avLst>
              <a:gd name="adj" fmla="val 10909"/>
            </a:avLst>
          </a:prstGeom>
          <a:solidFill>
            <a:srgbClr val="2C52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474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個人で要件定義から実装・デバッグまで完遂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 — ご質問をお待ちしております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912</Words>
  <Application>Microsoft Office PowerPoint</Application>
  <PresentationFormat>On-screen Show (16:9)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CareerSupport — リアルタイム音声認識・翻訳アプリ</dc:title>
  <dc:subject>PptxGenJS Presentation</dc:subject>
  <dc:creator>Khanh Nguyen</dc:creator>
  <cp:lastModifiedBy>NGUYEN VAN TUAN KHANH</cp:lastModifiedBy>
  <cp:revision>2</cp:revision>
  <dcterms:created xsi:type="dcterms:W3CDTF">2026-06-28T13:04:00Z</dcterms:created>
  <dcterms:modified xsi:type="dcterms:W3CDTF">2026-06-28T13:06:11Z</dcterms:modified>
</cp:coreProperties>
</file>